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cadeia da área: escoamento multifásico → aquisição de imagens → processamento → visão computacional → deep learning → inferência de parâmetros hidrodinâmicos. As datas são as dos reviews que ancoram cada etapa na literatura reunida.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mapa é a espinha dorsal da revisão: aquisição, as duas famílias de processamento, a caracterização da fase, a representação aprendida e a inferência hidrodinâmica com incerteza. As rotas de reconstrução 3D e de mosaico panorâmico entram como alternativas na etapa de aquisição.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54634" y="1630561"/>
            <a:ext cx="17117943" cy="464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459"/>
              </a:lnSpc>
              <a:buNone/>
            </a:pPr>
            <a:r>
              <a:rPr lang="en-US" sz="4800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computacional em multifásicos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371600" y="2886075"/>
            <a:ext cx="13960851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8824"/>
              </a:lnSpc>
              <a:buNone/>
            </a:pPr>
            <a:r>
              <a:rPr lang="en-US" sz="2250" dirty="0">
                <a:solidFill>
                  <a:srgbClr val="201F1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etapas, ancoradas nos reviews que organizam a literatura: da visualização experimental à medição baseada em imagem.</a:t>
            </a:r>
            <a:endParaRPr lang="en-US" sz="2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71600" y="4114800"/>
            <a:ext cx="15544800" cy="33909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8354318"/>
            <a:ext cx="13922987" cy="732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4194"/>
              </a:lnSpc>
              <a:buNone/>
            </a:pPr>
            <a:r>
              <a:rPr lang="en-US" sz="2025" dirty="0">
                <a:solidFill>
                  <a:srgbClr val="201F1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cadeia é sempre a mesma — imagem → representação → inferência física. O que muda é o que se pede da imagem: uma bolha, um campo, um regime, uma grandeza medida.</a:t>
            </a:r>
            <a:endParaRPr lang="en-US" sz="20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54634" y="1630561"/>
            <a:ext cx="17117943" cy="464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459"/>
              </a:lnSpc>
              <a:buNone/>
            </a:pPr>
            <a:r>
              <a:rPr lang="en-US" sz="4800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conceitual da área</a:t>
            </a:r>
            <a:endParaRPr lang="en-US" sz="4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71600" y="2571750"/>
            <a:ext cx="15544800" cy="476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8182868"/>
            <a:ext cx="16011144" cy="732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4194"/>
              </a:lnSpc>
              <a:buNone/>
            </a:pPr>
            <a:r>
              <a:rPr lang="en-US" sz="2025" dirty="0">
                <a:solidFill>
                  <a:srgbClr val="201F1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aquisição abrem-se duas rotas com múltiplas câmeras: reconstrução 3D, que busca profundidade e geometria, e mosaico panorâmico, que amplia o campo de visão mantendo a resolução temporal.</a:t>
            </a:r>
            <a:endParaRPr lang="en-US" sz="20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2026-08-15T21:36:12Z</dcterms:created>
  <dcterms:modified xsi:type="dcterms:W3CDTF">2026-08-15T21:36:12Z</dcterms:modified>
</cp:coreProperties>
</file>